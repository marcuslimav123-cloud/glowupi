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exports/pitch/slide-01.jp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exports/pitch/slide-02.jp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exports/pitch/slide-03.jp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exports/pitch/slide-04.jp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exports/pitch/slide-05.jp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exports/pitch/slide-06.jp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exports/pitch/slide-07.jp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exports/pitch/slide-08.jp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exports/pitch/slide-09.jp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exports/pitch/slide-10.jp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Glow Upi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Glow Upi — Pitch Investidor</dc:title>
  <dc:subject>Documento de Sociedade — 50% por R$ 19.700</dc:subject>
  <dc:creator>Marcus Vinícius Lima Silva</dc:creator>
  <cp:lastModifiedBy>Marcus Vinícius Lima Silva</cp:lastModifiedBy>
  <cp:revision>1</cp:revision>
  <dcterms:created xsi:type="dcterms:W3CDTF">2026-04-27T15:15:34Z</dcterms:created>
  <dcterms:modified xsi:type="dcterms:W3CDTF">2026-04-27T15:15:34Z</dcterms:modified>
</cp:coreProperties>
</file>